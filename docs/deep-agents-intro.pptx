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min.
Open with the shared experience: everyone has asked an agent for something multi-part and got back an answer that quietly dropped half the request.
Key point on this slide: the failure is not the model being weak. Short tasks work fine on the same model. The failure appears when the task gets long.
The line to land: it never tells you. No error, no warning — just a thinner answer. That is what makes it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 min. This is the heart of the talk — spend the time here.
LEFT: walk down the list. Every raw tool result stays in the conversation and is re-sent to the model on every turn. Around step ten the model's own output has crowded out the question. The dashed line is the context limit; anything past it is silently dropped.
RIGHT: same loop, but with somewhere to put things. Findings go to files. The messy searching happens inside sub-agents.
The sub-agent point is worth dwelling on: the helper starts from a BLANK conversation with one instruction, does a dozen searches, and returns one paragraph. The orchestrator never sees the noise. Two consequences: each call is stateless, and the helper cannot see the user's original request — only what you tell it. Vague instructions are the main failure mode.
If asked 'is this just RAG / just prompting?' — no: the state lives outside the context window, which is the whole point.
The numbers on the right are from a real run: qwen3:8b on a 12 GB RTX 4080 Laptop, 49 seconds, 14 messages in the orchestrator, three delegations. If asked how well it followed instructions: it got the shape right and the details approximate — invented its own filenames, and one sub-agent drifted off-topic. That is what an 8B model does with a five-step procedure, and it is why we would verify output rather than trust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min, then questions.
Point 1 is the one to be firm about — this is not a default. A plain loop is easier to reason about and most of what we do is short. Saying so buys credibility for the cases where it genuinely helps.
Point 2 is the transferable part: even if we never adopt this library, 'keep the context clean' is a habit worth having.
Point 3 is the ask: let me run a spike on one of our own long-running tasks and report back with a trace.
Honest caveats if asked: it multiplies model calls so a run is slower and costs more than a single completion; reliability on very long tasks is still an open problem; keep a human in the loop for anything consequential.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Agents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5A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capable agent forgets your task — and the fix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5074920" cy="1554480"/>
          </a:xfrm>
          <a:prstGeom prst="roundRect">
            <a:avLst>
              <a:gd name="adj" fmla="val 5294"/>
            </a:avLst>
          </a:prstGeom>
          <a:solidFill>
            <a:srgbClr val="1E213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971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5A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3–10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30175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agent loop handles this well. Don't over-engineer it.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2697480"/>
            <a:ext cx="5074920" cy="1554480"/>
          </a:xfrm>
          <a:prstGeom prst="roundRect">
            <a:avLst>
              <a:gd name="adj" fmla="val 5294"/>
            </a:avLst>
          </a:prstGeom>
          <a:solidFill>
            <a:srgbClr val="272B4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9718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37960" y="36393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58200" y="3017520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out of room, drops the goal, and never says so.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892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 Magana Vsevolodovna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for the team  ·  15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task, two architectures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agent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list. Everything lives in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029968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0299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432304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4323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tool output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834640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834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tool output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236976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2369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tool output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3639312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6393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turn, still in here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" y="4133088"/>
            <a:ext cx="4837176" cy="0"/>
          </a:xfrm>
          <a:prstGeom prst="line">
            <a:avLst/>
          </a:prstGeom>
          <a:noFill/>
          <a:ln w="22225">
            <a:solidFill>
              <a:srgbClr val="D6455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6868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of the window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462272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DECEE"/>
          </a:solidFill>
          <a:ln w="9525">
            <a:solidFill>
              <a:srgbClr val="D64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4622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 — gone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120640"/>
            <a:ext cx="4709160" cy="777240"/>
          </a:xfrm>
          <a:prstGeom prst="roundRect">
            <a:avLst>
              <a:gd name="adj" fmla="val 8235"/>
            </a:avLst>
          </a:prstGeom>
          <a:solidFill>
            <a:srgbClr val="FD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212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forgot the task.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504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error. No warning. Just a thinner answer.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09728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agent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58368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 goes somewhere else.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2029968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9984" y="20299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2432304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24323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2834640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9984" y="283464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“engine A: 3 findings, see notes”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3236976"/>
            <a:ext cx="4709160" cy="329184"/>
          </a:xfrm>
          <a:prstGeom prst="roundRect">
            <a:avLst>
              <a:gd name="adj" fmla="val 13889"/>
            </a:avLst>
          </a:prstGeom>
          <a:solidFill>
            <a:srgbClr val="F4F5FA"/>
          </a:solidFill>
          <a:ln w="9525">
            <a:solidFill>
              <a:srgbClr val="E3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323697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“engine B: 2 findings, see notes”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37947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13448" y="3794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66760" y="37947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ticked off as it goes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0" y="42519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251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13448" y="4251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366760" y="42519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instead of context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583680" y="4709160"/>
            <a:ext cx="310896" cy="31089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658368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13448" y="4709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366760" y="47091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blank conversation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583680" y="5120640"/>
            <a:ext cx="4709160" cy="777240"/>
          </a:xfrm>
          <a:prstGeom prst="roundRect">
            <a:avLst>
              <a:gd name="adj" fmla="val 8235"/>
            </a:avLst>
          </a:prstGeom>
          <a:solidFill>
            <a:srgbClr val="E8F5EE"/>
          </a:solidFill>
          <a:ln/>
        </p:spPr>
      </p:sp>
      <p:sp>
        <p:nvSpPr>
          <p:cNvPr id="47" name="Text 45"/>
          <p:cNvSpPr/>
          <p:nvPr/>
        </p:nvSpPr>
        <p:spPr>
          <a:xfrm>
            <a:off x="6766560" y="5212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still knows the task.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766560" y="5504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14 messages, 3 delegations, 49s.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07161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model. Same hardware. The difference is where the mess goes.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316736"/>
            <a:ext cx="10698480" cy="1207008"/>
          </a:xfrm>
          <a:prstGeom prst="roundRect">
            <a:avLst>
              <a:gd name="adj" fmla="val 6061"/>
            </a:avLst>
          </a:prstGeom>
          <a:solidFill>
            <a:srgbClr val="1E2138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581912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72768" y="148132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 the task is actually long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72768" y="182880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roughly ten steps, a deep agent wins. Below that a plain loop is simpler, cheaper and easier to debug. Reach for this deliberately, not by default.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734056"/>
            <a:ext cx="10698480" cy="1207008"/>
          </a:xfrm>
          <a:prstGeom prst="roundRect">
            <a:avLst>
              <a:gd name="adj" fmla="val 6061"/>
            </a:avLst>
          </a:prstGeom>
          <a:solidFill>
            <a:srgbClr val="1E2138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999232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72768" y="28986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skill is context discipline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72768" y="32461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to files, messy work to sub-agents, narrow before you read. These habits help any agent we build, whichever framework ends up underneath.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151376"/>
            <a:ext cx="10698480" cy="1207008"/>
          </a:xfrm>
          <a:prstGeom prst="roundRect">
            <a:avLst>
              <a:gd name="adj" fmla="val 6061"/>
            </a:avLst>
          </a:prstGeom>
          <a:solidFill>
            <a:srgbClr val="1E213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4416552"/>
            <a:ext cx="402336" cy="402336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431596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evaluate it on our own hardware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72768" y="466344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a 12 GB laptop GPU with no API key and no per-token bill — so we can try it on our own data before committing to anything.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5943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walkthrough:  </a:t>
            </a:r>
            <a:pPr indent="0" marL="0">
              <a:buNone/>
            </a:pPr>
            <a:r>
              <a:rPr lang="en-US" sz="1300" b="1" dirty="0">
                <a:solidFill>
                  <a:srgbClr val="A5A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github.com/ruslanmv/deep-agents-tutorial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5943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Agents</dc:title>
  <dc:subject>PptxGenJS Presentation</dc:subject>
  <dc:creator>Ruslan Magana Vsevolodovna</dc:creator>
  <cp:lastModifiedBy>Ruslan Magana Vsevolodovna</cp:lastModifiedBy>
  <cp:revision>1</cp:revision>
  <dcterms:created xsi:type="dcterms:W3CDTF">2026-08-24T08:57:12Z</dcterms:created>
  <dcterms:modified xsi:type="dcterms:W3CDTF">2026-08-24T08:57:12Z</dcterms:modified>
</cp:coreProperties>
</file>